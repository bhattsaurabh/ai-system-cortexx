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CortexX AI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AI-Native Autonomous Engineering System</a:t>
            </a:r>
          </a:p>
          <a:p>
            <a:r>
              <a:t>Built with Next.js &amp;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CortexX is a next-generation Multi-Agent AI system.</a:t>
            </a:r>
          </a:p>
          <a:p>
            <a:pPr/>
            <a:r>
              <a:t>Frontend: Stunning Next.js Glassmorphism UI.</a:t>
            </a:r>
          </a:p>
          <a:p>
            <a:pPr/>
            <a:r>
              <a:t>Backend: High-performance Python FastAPI server.</a:t>
            </a:r>
          </a:p>
          <a:p>
            <a:pPr/>
            <a:r>
              <a:t>LLMs: Powered by Google's Gemini advanced models.</a:t>
            </a:r>
          </a:p>
          <a:p>
            <a:pPr/>
            <a:r>
              <a:t>Two core modes: General Chat Copilot and Project Builder.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General Chat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 routing to specialized AI sub-agents.</a:t>
            </a:r>
          </a:p>
          <a:p>
            <a:pPr/>
            <a:r>
              <a:t>Code Intel Agent: Analyzes architecture and refactors code.</a:t>
            </a:r>
          </a:p>
          <a:p>
            <a:pPr/>
            <a:r>
              <a:t>Debug Agent: Rapid log parsing and root-cause identification.</a:t>
            </a:r>
          </a:p>
          <a:p>
            <a:pPr/>
            <a:r>
              <a:t>DevOps Agent: CI/CD pipeline monitoring and troubleshooting.</a:t>
            </a:r>
          </a:p>
          <a:p>
            <a:pPr/>
            <a:r>
              <a:t>Knowledge Agent: Semantic search across the codebase.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Autonomous Project Builder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Gives the AI physical agency over your local machine.</a:t>
            </a:r>
          </a:p>
          <a:p>
            <a:pPr/>
            <a:r>
              <a:t>Provides absolute workspace paths for code generation.</a:t>
            </a:r>
          </a:p>
          <a:p>
            <a:pPr/>
            <a:r>
              <a:t>LangChain ReAct loop executes tasks iteratively.</a:t>
            </a:r>
          </a:p>
          <a:p>
            <a:pPr/>
            <a:r>
              <a:t>Tool integrations: Read files, perform surgical inline edits.</a:t>
            </a:r>
          </a:p>
          <a:p>
            <a:pPr/>
            <a:r>
              <a:t>Executes terminal commands to install dependencies and run apps.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Bridges the gap between passive chat and active engineering.</a:t>
            </a:r>
          </a:p>
          <a:p>
            <a:pPr/>
            <a:r>
              <a:t>Acts as an autonomous digital teammate, not just a snippet generator.</a:t>
            </a:r>
          </a:p>
          <a:p>
            <a:pPr/>
            <a:r>
              <a:t>Secure local deployment with Cloudflare tunneling for remote access.</a:t>
            </a:r>
          </a:p>
          <a:p>
            <a:pPr/>
            <a:r>
              <a:t>Fully capable of building and maintaining complex systems from scratch.</a:t>
            </a:r>
          </a:p>
          <a:p>
            <a:pPr/>
            <a:r>
              <a:t>Revolutionizing how developers interact with their codebases.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