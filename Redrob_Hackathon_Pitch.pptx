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FFFFFF"/>
                </a:solidFill>
                <a:latin typeface="Arial"/>
              </a:defRPr>
            </a:pPr>
            <a:r>
              <a:t>INDIA.RUNS - Track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AI Systems &amp; Workflow Innovation Challenge</a:t>
            </a: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Team CortexX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FFFF"/>
                </a:solidFill>
                <a:latin typeface="Arial"/>
              </a:defRPr>
            </a:pPr>
            <a:r>
              <a:t>Team &amp;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E2E8F0"/>
                </a:solidFill>
                <a:latin typeface="Arial"/>
              </a:defRPr>
            </a:pP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Team Name: CortexX Engineers</a:t>
            </a: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Team Members: Antigravity AI Assistant &amp; Developer</a:t>
            </a: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Problem Statement: Bridging the gap between passive AI chat and active, autonomous software engineering within the Redrob ecosystem.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FFFF"/>
                </a:solidFill>
                <a:latin typeface="Arial"/>
              </a:defRPr>
            </a:pPr>
            <a:r>
              <a:t>Problem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E2E8F0"/>
                </a:solidFill>
                <a:latin typeface="Arial"/>
              </a:defRPr>
            </a:pP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What problem are you solving?</a:t>
            </a: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  - Developer friction in building new workflows and analyzing complex system logs manually.</a:t>
            </a: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Who experiences this problem?</a:t>
            </a: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  - Engineers and developers building the Redrob ecosystem.</a:t>
            </a: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Why is the current approach insufficient?</a:t>
            </a: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  - Current AI tools are passive (AI-assisted). They require human intervention to execute commands, read files, and synthesize logs.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FFFF"/>
                </a:solidFill>
                <a:latin typeface="Arial"/>
              </a:defRPr>
            </a:pPr>
            <a:r>
              <a:t>Opportunity &amp;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E2E8F0"/>
                </a:solidFill>
                <a:latin typeface="Arial"/>
              </a:defRPr>
            </a:pP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Why is this an important opportunity?</a:t>
            </a: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  - Automating the developer loop massively accelerates time-to-market for new Redrob features and internal workflows.</a:t>
            </a: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What future state are you enabling?</a:t>
            </a: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  - A state where developers act as managers of autonomous AI agents (CortexX) that write, debug, and deploy code independently.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FFFF"/>
                </a:solidFill>
                <a:latin typeface="Arial"/>
              </a:defRPr>
            </a:pPr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E2E8F0"/>
                </a:solidFill>
                <a:latin typeface="Arial"/>
              </a:defRPr>
            </a:pP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What is your proposed solution?</a:t>
            </a: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  - CortexX: A Multi-Agent Autonomous Engineering System with a Glassmorphism UI and FastAPI backend.</a:t>
            </a: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What makes it AI-native rather than AI-assisted?</a:t>
            </a: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  - CortexX has physical agency. It uses LangChain ReAct loops to read files, edit code inline, and execute terminal commands autonomously.</a:t>
            </a: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Which existing Redrob capability does it build upon?</a:t>
            </a: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  - Builds upon Redrob's productivity and workflow ecosystem, serving as the ultimate meta-tool for engineering.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FFFF"/>
                </a:solidFill>
                <a:latin typeface="Arial"/>
              </a:defRPr>
            </a:pPr>
            <a:r>
              <a:t>User Journey / Workflow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E2E8F0"/>
                </a:solidFill>
                <a:latin typeface="Arial"/>
              </a:defRPr>
            </a:pP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How does a user interact with the solution?</a:t>
            </a: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  - Through a Next.js chat interface or 'Project Builder' mode.</a:t>
            </a: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How does information flow?</a:t>
            </a: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  - User -&gt; Next.js -&gt; FastAPI -&gt; LangChain Router -&gt; Specialized Agents -&gt; Local OS -&gt; User.</a:t>
            </a: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Where does it integrate?</a:t>
            </a: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  - Integrates directly into Redrob's developer tooling suite.</a:t>
            </a: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</a:p>
          <a:p>
            <a:pPr>
              <a:defRPr b="1" sz="1800">
                <a:solidFill>
                  <a:srgbClr val="E2E8F0"/>
                </a:solidFill>
                <a:latin typeface="Arial"/>
              </a:defRPr>
            </a:pPr>
            <a:r>
              <a:t>[MANDATORY VISUAL]: (Placeholder for Workflow Diagram)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FFFF"/>
                </a:solidFill>
                <a:latin typeface="Arial"/>
              </a:defRPr>
            </a:pPr>
            <a:r>
              <a:t>AI Logic &amp; Decision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E2E8F0"/>
                </a:solidFill>
                <a:latin typeface="Arial"/>
              </a:defRPr>
            </a:pP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Where does AI intervene?</a:t>
            </a: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  - At every step—from intent parsing to code generation and terminal execution.</a:t>
            </a: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How are decisions made?</a:t>
            </a: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  - Using Google's Gemini models in a ReAct loop (Reasoning + Acting).</a:t>
            </a: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How do agents interact?</a:t>
            </a: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  - The MultiModelRouter delegates tasks to specialized sub-agents (CodeIntel, Debug, DevOps).</a:t>
            </a: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</a:p>
          <a:p>
            <a:pPr>
              <a:defRPr b="1" sz="1800">
                <a:solidFill>
                  <a:srgbClr val="E2E8F0"/>
                </a:solidFill>
                <a:latin typeface="Arial"/>
              </a:defRPr>
            </a:pPr>
            <a:r>
              <a:t>[MANDATORY VISUAL]: (Placeholder for AI Flow Diagram)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FFFF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E2E8F0"/>
                </a:solidFill>
                <a:latin typeface="Arial"/>
              </a:defRPr>
            </a:pP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What components make up the system?</a:t>
            </a: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  - Next.js Frontend, FastAPI Backend, LangChain, Google Gemini API, Local File System Tools.</a:t>
            </a: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How do services interact?</a:t>
            </a: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  - REST API and SSE (Server-Sent Events) streaming for real-time agent thought processing.</a:t>
            </a: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Which Redrob systems are leveraged?</a:t>
            </a: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  - Redrob's authentication, productivity tracking, and deployment pipelines.</a:t>
            </a: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</a:p>
          <a:p>
            <a:pPr>
              <a:defRPr b="1" sz="1800">
                <a:solidFill>
                  <a:srgbClr val="E2E8F0"/>
                </a:solidFill>
                <a:latin typeface="Arial"/>
              </a:defRPr>
            </a:pPr>
            <a:r>
              <a:t>[MANDATORY VISUAL]: (Placeholder for Architecture Diagram)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FFFF"/>
                </a:solidFill>
                <a:latin typeface="Arial"/>
              </a:defRPr>
            </a:pPr>
            <a:r>
              <a:t>Data, Context &amp; Intelligence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E2E8F0"/>
                </a:solidFill>
                <a:latin typeface="Arial"/>
              </a:defRPr>
            </a:pP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What data powers the solution?</a:t>
            </a: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  - Local codebase files, terminal outputs, and live CI/CD logs.</a:t>
            </a: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How is context retrieved, stored, or utilized?</a:t>
            </a: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  - Semantic search (Knowledge Agent) and direct file reading tools.</a:t>
            </a: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How does existing Redrob context improve the experience?</a:t>
            </a: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  - By embedding Redrob's specific engineering guidelines directly into the agent's system prompt.</a:t>
            </a: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</a:p>
          <a:p>
            <a:pPr>
              <a:defRPr b="1" sz="1800">
                <a:solidFill>
                  <a:srgbClr val="E2E8F0"/>
                </a:solidFill>
                <a:latin typeface="Arial"/>
              </a:defRPr>
            </a:pPr>
            <a:r>
              <a:t>[MANDATORY VISUAL]: (Placeholder for Data Flow Diagram)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FFFF"/>
                </a:solidFill>
                <a:latin typeface="Arial"/>
              </a:defRPr>
            </a:pPr>
            <a:r>
              <a:t>Scalability &amp; Technical Feasibility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E2E8F0"/>
                </a:solidFill>
                <a:latin typeface="Arial"/>
              </a:defRPr>
            </a:pP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How would this be implemented?</a:t>
            </a: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  - Dockerized containers for isolated, safe terminal execution (sandbox).</a:t>
            </a: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How does the system scale?</a:t>
            </a: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  - Stateless FastAPI backend allows horizontal scaling; LLMs handle heavy lifting via cloud APIs.</a:t>
            </a: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What technical challenges exist?</a:t>
            </a: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  - Context window limits on massive codebases and preventing destructive terminal commands.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FFFF"/>
                </a:solidFill>
                <a:latin typeface="Arial"/>
              </a:defRPr>
            </a:pPr>
            <a:r>
              <a:t>Redrob Ecosystem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E2E8F0"/>
                </a:solidFill>
                <a:latin typeface="Arial"/>
              </a:defRPr>
            </a:pP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Which existing Redrob capabilities are being leveraged?</a:t>
            </a: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  - Redrob internal workflows and productivity tools.</a:t>
            </a: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What new capability does your solution introduce?</a:t>
            </a: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  - Autonomous Project Building and Self-Healing Code.</a:t>
            </a: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How does it strengthen the overall ecosystem?</a:t>
            </a: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  - Dramatically reduces internal engineering overhead.</a:t>
            </a: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What additional opportunities become possible?</a:t>
            </a: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  - Exposing this to end-users as a no-code AI workflow builder.</a:t>
            </a: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</a:p>
          <a:p>
            <a:pPr>
              <a:defRPr b="1" sz="1800">
                <a:solidFill>
                  <a:srgbClr val="E2E8F0"/>
                </a:solidFill>
                <a:latin typeface="Arial"/>
              </a:defRPr>
            </a:pPr>
            <a:r>
              <a:t>[MANDATORY VISUAL]: (Placeholder for Ecosystem Integration Diagram)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FFFF"/>
                </a:solidFill>
                <a:latin typeface="Arial"/>
              </a:defRPr>
            </a:pPr>
            <a:r>
              <a:t>Impact &amp; Success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E2E8F0"/>
                </a:solidFill>
                <a:latin typeface="Arial"/>
              </a:defRPr>
            </a:pP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What measurable outcomes are expected?</a:t>
            </a: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  - 40% reduction in time-to-resolve for complex bugs; 3x faster scaffolding of new microservices.</a:t>
            </a: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How will success be tracked?</a:t>
            </a: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  - Measuring autonomous tool execution success rates and developer retention.</a:t>
            </a: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What value is created for users and Redrob?</a:t>
            </a: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  - Faster iteration cycles for Redrob, higher developer satisfaction.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FFFF"/>
                </a:solidFill>
                <a:latin typeface="Arial"/>
              </a:defRPr>
            </a:pPr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E2E8F0"/>
                </a:solidFill>
                <a:latin typeface="Arial"/>
              </a:defRPr>
            </a:pP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How could this evolve over 2-3 years?</a:t>
            </a: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  - Transition from single-machine agents to distributed Swarm Intelligence managing entire cloud infrastructures.</a:t>
            </a: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What future capabilities can be unlocked?</a:t>
            </a: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  - Automated architectural migrations and proactive bug fixing before deployment.</a:t>
            </a: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What broader vision does this support?</a:t>
            </a:r>
          </a:p>
          <a:p>
            <a:pPr>
              <a:defRPr sz="1800">
                <a:solidFill>
                  <a:srgbClr val="E2E8F0"/>
                </a:solidFill>
                <a:latin typeface="Arial"/>
              </a:defRPr>
            </a:pPr>
            <a:r>
              <a:t>  - Making Redrob the first fully AI-native company where systems build systems.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